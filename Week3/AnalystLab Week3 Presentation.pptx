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88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AnalystLab Africa — Week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Data Analysis, KPI Development &amp; Business Intelligence Dashboard</a:t>
            </a:r>
          </a:p>
          <a:p>
            <a:r>
              <a:t>Superstore Sales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the Week 2 Superstore project with deeper analysis.</a:t>
            </a:r>
          </a:p>
          <a:p>
            <a:r>
              <a:t>Move beyond descriptive reporting into sales, profit, growth and profitability investigation.</a:t>
            </a:r>
          </a:p>
          <a:p>
            <a:r>
              <a:t>Provide an interactive report that supports management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Three-page Power BI report.</a:t>
            </a:r>
          </a:p>
          <a:p>
            <a:r>
              <a:t>Page 1: Sales Performance — executive KPIs, slicers and high-level performance.</a:t>
            </a:r>
          </a:p>
          <a:p>
            <a:r>
              <a:t>Page 2: Customer &amp; Performance Analysis — customer, segment, region, quarterly and product analysis.</a:t>
            </a:r>
          </a:p>
          <a:p>
            <a:r>
              <a:t>Page 3: Growth &amp; Profitability Analysis — growth metrics, geography and profitability/discount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KPI &amp; DAX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and Total Profit</a:t>
            </a:r>
          </a:p>
          <a:p>
            <a:r>
              <a:t>Total Orders</a:t>
            </a:r>
          </a:p>
          <a:p>
            <a:r>
              <a:t>Average Sales and Average Sales per Order</a:t>
            </a:r>
          </a:p>
          <a:p>
            <a:r>
              <a:t>Profit Margin</a:t>
            </a:r>
          </a:p>
          <a:p>
            <a:r>
              <a:t>Sales Growth %</a:t>
            </a:r>
          </a:p>
          <a:p>
            <a:r>
              <a:t>Profit Growth %</a:t>
            </a:r>
          </a:p>
          <a:p>
            <a:r>
              <a:t>Average Discount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 Analytical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Are sales translating into profit?</a:t>
            </a:r>
          </a:p>
          <a:p>
            <a:r>
              <a:t>How is performance changing over time?</a:t>
            </a:r>
          </a:p>
          <a:p>
            <a:r>
              <a:t>Which customers, segments and regions drive business value?</a:t>
            </a:r>
          </a:p>
          <a:p>
            <a:r>
              <a:t>Which products require closer profitability review?</a:t>
            </a:r>
          </a:p>
          <a:p>
            <a:r>
              <a:t>How should discount information be interpreted alongside margin?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should not be interpreted without profit and profit margin.</a:t>
            </a:r>
          </a:p>
          <a:p>
            <a:r>
              <a:t>Customer, segment and regional performance varies and should be compared across both sales and profitability.</a:t>
            </a:r>
          </a:p>
          <a:p>
            <a:r>
              <a:t>Sales Growth % and Profit Growth % provide a stronger view of performance quality than sales alone.</a:t>
            </a:r>
          </a:p>
          <a:p>
            <a:r>
              <a:t>Product-level matrices enable deeper investigation beyond category-level summaries.</a:t>
            </a:r>
          </a:p>
          <a:p>
            <a:r>
              <a:t>Average discount should be evaluated together with profit and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Business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revenue can mask weak profitability.</a:t>
            </a:r>
          </a:p>
          <a:p>
            <a:r>
              <a:t>Commercial concentration can increase dependency on specific customers, segments or regions.</a:t>
            </a:r>
          </a:p>
          <a:p>
            <a:r>
              <a:t>Discounting can create margin pressure when not evaluated against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sales and profit together.</a:t>
            </a:r>
          </a:p>
          <a:p>
            <a:r>
              <a:t>Compare sales growth with profit growth.</a:t>
            </a:r>
          </a:p>
          <a:p>
            <a:r>
              <a:t>Prioritise profitable customers, segments and products.</a:t>
            </a:r>
          </a:p>
          <a:p>
            <a:r>
              <a:t>Investigate high-sales/weak-margin products.</a:t>
            </a:r>
          </a:p>
          <a:p>
            <a:r>
              <a:t>Review discount strategy where margin performance is weak.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3 transforms the project into a more comprehensive Business Intelligence solution.</a:t>
            </a:r>
          </a:p>
          <a:p>
            <a:r>
              <a:t>The report supports both executive monitoring and deeper investigation.</a:t>
            </a:r>
          </a:p>
          <a:p>
            <a:r>
              <a:t>The core analytical lesson: business growth should be evaluated by both volume and quality of profit.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377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AnalystLab Africa — Week 3</vt:lpstr>
      <vt:lpstr>1. Business Objective</vt:lpstr>
      <vt:lpstr>2. Dashboard Development</vt:lpstr>
      <vt:lpstr>3. KPI &amp; DAX Development</vt:lpstr>
      <vt:lpstr>4. Key Analytical Questions</vt:lpstr>
      <vt:lpstr>5. Key Insights</vt:lpstr>
      <vt:lpstr>6. Business Risks</vt:lpstr>
      <vt:lpstr>7. Recommendations</vt:lpstr>
      <vt:lpstr>8.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AnalystLab Africa — Week 3</dc:title>
  <dc:subject/>
  <dc:creator>Joseph Igbokwe</dc:creator>
  <cp:keywords/>
  <dc:description>generated using python-pptx</dc:description>
  <cp:lastModifiedBy>Joseph Igbokwe</cp:lastModifiedBy>
  <cp:revision>1</cp:revision>
  <dcterms:created xsi:type="dcterms:W3CDTF">2013-01-27T09:14:16Z</dcterms:created>
  <dcterms:modified xsi:type="dcterms:W3CDTF">2026-08-23T22:00:15Z</dcterms:modified>
  <cp:category/>
</cp:coreProperties>
</file>